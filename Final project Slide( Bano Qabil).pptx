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22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99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522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46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312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345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9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01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190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00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766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008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662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158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9675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10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56BFE-AB79-4DC7-A590-BDFEE50C63A9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36943A-A3EE-44BA-BB8D-012ACC95CE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32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9A50-4391-945A-5E45-D7FC83463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95941"/>
            <a:ext cx="12192000" cy="1825096"/>
          </a:xfrm>
        </p:spPr>
        <p:txBody>
          <a:bodyPr>
            <a:normAutofit/>
          </a:bodyPr>
          <a:lstStyle/>
          <a:p>
            <a:pPr algn="ctr"/>
            <a:r>
              <a:rPr lang="en-US" sz="9600" b="1" dirty="0">
                <a:latin typeface="Cambria" panose="02040503050406030204" pitchFamily="18" charset="0"/>
                <a:ea typeface="Cambria" panose="02040503050406030204" pitchFamily="18" charset="0"/>
              </a:rPr>
              <a:t>welcome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69E72-63F5-7E1D-A155-790AEEAF63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452" y="3206470"/>
            <a:ext cx="11069935" cy="3264668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Cambria" panose="02040503050406030204" pitchFamily="18" charset="0"/>
                <a:ea typeface="Cambria" panose="02040503050406030204" pitchFamily="18" charset="0"/>
              </a:rPr>
              <a:t>To My</a:t>
            </a:r>
          </a:p>
          <a:p>
            <a:pPr algn="ctr"/>
            <a:r>
              <a:rPr lang="en-US" sz="6000" b="1" dirty="0">
                <a:latin typeface="Cambria" panose="02040503050406030204" pitchFamily="18" charset="0"/>
                <a:ea typeface="Cambria" panose="02040503050406030204" pitchFamily="18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425121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50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58C47-7919-F8F3-BF79-981611597D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b="1" dirty="0">
                <a:latin typeface="Cambria" panose="02040503050406030204" pitchFamily="18" charset="0"/>
                <a:ea typeface="Cambria" panose="02040503050406030204" pitchFamily="18" charset="0"/>
              </a:rPr>
              <a:t>BANO QABIL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C5E1E-4519-21FD-AA93-A564A7CFD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7089" y="3727937"/>
            <a:ext cx="4220308" cy="590063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Skills for a better future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41DCA52-131A-8F3E-7F47-7AF46FDE1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741" y="393704"/>
            <a:ext cx="1444792" cy="1435095"/>
          </a:xfrm>
          <a:prstGeom prst="rect">
            <a:avLst/>
          </a:prstGeom>
        </p:spPr>
      </p:pic>
      <p:pic>
        <p:nvPicPr>
          <p:cNvPr id="1028" name="Picture 4" descr="Bano Qabil Program ...">
            <a:extLst>
              <a:ext uri="{FF2B5EF4-FFF2-40B4-BE49-F238E27FC236}">
                <a16:creationId xmlns:a16="http://schemas.microsoft.com/office/drawing/2014/main" id="{7ED7051E-9FAC-BF92-DF79-810B7FE0B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364" y="480852"/>
            <a:ext cx="1322553" cy="132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35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1CD07-B398-F07F-E9E3-00478184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764373"/>
            <a:ext cx="12192000" cy="129302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to me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9D2FF1D-B105-16B4-DFC3-EF700D63C5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886057"/>
              </p:ext>
            </p:extLst>
          </p:nvPr>
        </p:nvGraphicFramePr>
        <p:xfrm>
          <a:off x="685800" y="2193925"/>
          <a:ext cx="10820400" cy="200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1623877299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3484770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Muhammad Umer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7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Mam Maryam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72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Essential of Computing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834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(Mon-Tues)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37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Final Project (Bano Qabil)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25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466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2821-3A81-856D-82AC-E1981C86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4D95-6C3B-2934-343C-5CD2C437E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Bano Qabil is a large-scale educational initiative aimed at equipping youth with high-demand digital and technical skills through free, structured training programs.</a:t>
            </a:r>
          </a:p>
          <a:p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Bano Qabil is a youth-focused learning initiative offering free, industry-relevant IT courses to help students gain employable digital skills and build sustainable careers.</a:t>
            </a:r>
          </a:p>
        </p:txBody>
      </p:sp>
    </p:spTree>
    <p:extLst>
      <p:ext uri="{BB962C8B-B14F-4D97-AF65-F5344CB8AC3E}">
        <p14:creationId xmlns:p14="http://schemas.microsoft.com/office/powerpoint/2010/main" val="2882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5636-8A11-CF92-1C0E-81F2D149B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68A1C-B228-5B8B-C649-495526D0A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Encourages young people to become financially independent at an early age.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Hands-on, project-based learning inspires students to create apps, websites, and digital solutions.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Students can earn through freelancing, remote jobs, or local industry roles after completing courses.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Offers completely free training, allowing students from all backgrounds to access quality IT education.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Helps build a strong, tech-skilled workforce that contributes to the country’s digital economy.</a:t>
            </a:r>
          </a:p>
        </p:txBody>
      </p:sp>
    </p:spTree>
    <p:extLst>
      <p:ext uri="{BB962C8B-B14F-4D97-AF65-F5344CB8AC3E}">
        <p14:creationId xmlns:p14="http://schemas.microsoft.com/office/powerpoint/2010/main" val="10040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84FF2-CD14-B95C-EAC2-02608068C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Courses Offered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0364-043F-04B6-9679-19FE373B0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Essential of Computing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Graphic Designing Essential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Vedio Editing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Web Developement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Digital Marketing</a:t>
            </a: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E-Commerce</a:t>
            </a:r>
          </a:p>
        </p:txBody>
      </p:sp>
    </p:spTree>
    <p:extLst>
      <p:ext uri="{BB962C8B-B14F-4D97-AF65-F5344CB8AC3E}">
        <p14:creationId xmlns:p14="http://schemas.microsoft.com/office/powerpoint/2010/main" val="300806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463B4-53BD-F9AE-E2E0-1B4D9957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Institute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D99C2-60A6-B151-3367-42769D7AF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Professional trainers with real industry experience guide students with practical knowledge.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All courses are completely free, making quality IT training available for everyone.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Equipped with computers, projectors, and updated software for hands-on learning. Students work on real projects to build strong portfolios and gain confidence.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Students work on real projects to build strong portfolios and gain confidence.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Friendly instructors and staff create a motivating and comfortable atmosphere.</a:t>
            </a:r>
          </a:p>
        </p:txBody>
      </p:sp>
    </p:spTree>
    <p:extLst>
      <p:ext uri="{BB962C8B-B14F-4D97-AF65-F5344CB8AC3E}">
        <p14:creationId xmlns:p14="http://schemas.microsoft.com/office/powerpoint/2010/main" val="404914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55871-8AFE-53F1-939B-A5FBA911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Power ponit tools I learned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FA91-DF06-0ACD-ED5F-CF80C99A7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Understanding ribbons, tabs, and workspace layout.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Adding new slides, choosing layouts, and organizing content.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Fonts, colors, alignment, spacing, bullets, and numbering.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Adding images, shapes, icons, SmartArt, charts, and videos.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Applying themes, variants, and using the Designer tool for professional layouts.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Adding entrance, emphasis, and exit animations with smooth slide transitions.</a:t>
            </a:r>
          </a:p>
        </p:txBody>
      </p:sp>
    </p:spTree>
    <p:extLst>
      <p:ext uri="{BB962C8B-B14F-4D97-AF65-F5344CB8AC3E}">
        <p14:creationId xmlns:p14="http://schemas.microsoft.com/office/powerpoint/2010/main" val="3297656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A284-D231-3C48-F61A-71CDEE060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Student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DFB81-62F7-EAD8-5590-45ACDFB30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Students successfully mastering digital and technical skills.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Creation of real-world assignments, presentations, and practical projects.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Enhanced computer skills, software handling, and online productivity.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Students receive recognized certificates upon course completion</a:t>
            </a:r>
            <a:r>
              <a:rPr lang="en-US" dirty="0"/>
              <a:t>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1C53E8-762B-6BD2-3864-896671275103}"/>
              </a:ext>
            </a:extLst>
          </p:cNvPr>
          <p:cNvSpPr/>
          <p:nvPr/>
        </p:nvSpPr>
        <p:spPr>
          <a:xfrm>
            <a:off x="8932984" y="4121834"/>
            <a:ext cx="2770163" cy="268461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9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9D48-0AE0-D225-0426-623C35506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More achievements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6DBAFBD-761B-3D9B-88EA-A0AC20AED134}"/>
              </a:ext>
            </a:extLst>
          </p:cNvPr>
          <p:cNvSpPr/>
          <p:nvPr/>
        </p:nvSpPr>
        <p:spPr>
          <a:xfrm>
            <a:off x="1064455" y="2466243"/>
            <a:ext cx="2658795" cy="2616590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7E3B68-566F-1359-20E2-19521C5786D4}"/>
              </a:ext>
            </a:extLst>
          </p:cNvPr>
          <p:cNvSpPr/>
          <p:nvPr/>
        </p:nvSpPr>
        <p:spPr>
          <a:xfrm>
            <a:off x="8468750" y="2499652"/>
            <a:ext cx="2658795" cy="2549770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09EB64-FFE2-7E1A-D10D-C18C2903484D}"/>
              </a:ext>
            </a:extLst>
          </p:cNvPr>
          <p:cNvSpPr/>
          <p:nvPr/>
        </p:nvSpPr>
        <p:spPr>
          <a:xfrm>
            <a:off x="4766603" y="2466242"/>
            <a:ext cx="2658794" cy="2616591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28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F047-3C1F-D324-2257-A31B30FF9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Impact on youth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3DA58-AF0A-C33B-4D5C-542D30B8A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Equips youth with digital, technical, and professional skills.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Prepares young people for jobs, freelancing, and entrepreneurship.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Enhances self-esteem through learning and achieving goals.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Motivates youth to create projects, start initiatives, and solve problems.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Fosters teamwork, communication, and responsible digital behavior.</a:t>
            </a:r>
          </a:p>
        </p:txBody>
      </p:sp>
    </p:spTree>
    <p:extLst>
      <p:ext uri="{BB962C8B-B14F-4D97-AF65-F5344CB8AC3E}">
        <p14:creationId xmlns:p14="http://schemas.microsoft.com/office/powerpoint/2010/main" val="378741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D8093-B74E-AE8D-2E7D-2D6F2FD36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92" y="330756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Success stories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31C7EC-AEFD-60D4-AE61-2E855A412FF4}"/>
              </a:ext>
            </a:extLst>
          </p:cNvPr>
          <p:cNvSpPr/>
          <p:nvPr/>
        </p:nvSpPr>
        <p:spPr>
          <a:xfrm rot="20887483">
            <a:off x="1223891" y="2002889"/>
            <a:ext cx="3981157" cy="2852223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779663-CB46-78F8-9E6D-10AEC8F23FA0}"/>
              </a:ext>
            </a:extLst>
          </p:cNvPr>
          <p:cNvSpPr/>
          <p:nvPr/>
        </p:nvSpPr>
        <p:spPr>
          <a:xfrm rot="20753899">
            <a:off x="7017952" y="3045654"/>
            <a:ext cx="4154658" cy="2827606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4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307F-5A21-297E-365A-512A6CC54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Future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240F1-B471-384B-596B-E06FA68AF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Introduce more advanced digital, technical, and creative courses for youth.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Increase access for rural and underprivileged youth.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Offer mentorship, internships, and job placement opportunities.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Encourage youth-led startups and small business initiatives.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Integrate online learning, workshops, and interactive projects.</a:t>
            </a:r>
          </a:p>
        </p:txBody>
      </p:sp>
    </p:spTree>
    <p:extLst>
      <p:ext uri="{BB962C8B-B14F-4D97-AF65-F5344CB8AC3E}">
        <p14:creationId xmlns:p14="http://schemas.microsoft.com/office/powerpoint/2010/main" val="137461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6A69-E58E-7F32-2DC5-6A805B84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74183"/>
            <a:ext cx="12192000" cy="1293028"/>
          </a:xfrm>
        </p:spPr>
        <p:txBody>
          <a:bodyPr/>
          <a:lstStyle/>
          <a:p>
            <a:pPr algn="ctr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6F576-F862-3AC0-FC81-8B0D2BEF6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0664" y="2778398"/>
            <a:ext cx="9242474" cy="40796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www.banoqabil.org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0342-5432516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@BanoQabil</a:t>
            </a:r>
          </a:p>
          <a:p>
            <a:pPr marL="0" indent="0">
              <a:buNone/>
            </a:pP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Fateh sher Road Sahiwal</a:t>
            </a:r>
          </a:p>
          <a:p>
            <a:pPr marL="0" indent="0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C78192-C542-A87D-F4FE-2F03B911F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184" y="3753919"/>
            <a:ext cx="504164" cy="5041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8456C1-1AC7-B313-92C6-42F639351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643" y="4729059"/>
            <a:ext cx="658911" cy="6589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9EDD9D0-C15E-5A06-2EC7-0E7862F34A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812" y="2778398"/>
            <a:ext cx="623742" cy="6237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CCDBC71-60E8-11FB-8D64-E96F849B9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387" y="5783817"/>
            <a:ext cx="403421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3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ED719-6077-6897-FE73-4D965C5F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82158"/>
            <a:ext cx="12191999" cy="1293028"/>
          </a:xfrm>
        </p:spPr>
        <p:txBody>
          <a:bodyPr>
            <a:noAutofit/>
          </a:bodyPr>
          <a:lstStyle/>
          <a:p>
            <a:pPr algn="ctr"/>
            <a:r>
              <a:rPr lang="en-US" sz="8800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1E6AA-4380-C80D-9AFA-B8041596F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42" y="3815863"/>
            <a:ext cx="12192000" cy="88312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Presented By Muhammad Umer</a:t>
            </a:r>
          </a:p>
        </p:txBody>
      </p:sp>
    </p:spTree>
    <p:extLst>
      <p:ext uri="{BB962C8B-B14F-4D97-AF65-F5344CB8AC3E}">
        <p14:creationId xmlns:p14="http://schemas.microsoft.com/office/powerpoint/2010/main" val="202886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204</TotalTime>
  <Words>510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</vt:lpstr>
      <vt:lpstr>Century Gothic</vt:lpstr>
      <vt:lpstr>Vapor Trail</vt:lpstr>
      <vt:lpstr>welcome</vt:lpstr>
      <vt:lpstr>BANO QABIL</vt:lpstr>
      <vt:lpstr>Introduction to me</vt:lpstr>
      <vt:lpstr>Introduction</vt:lpstr>
      <vt:lpstr>Importance</vt:lpstr>
      <vt:lpstr>Courses Offered</vt:lpstr>
      <vt:lpstr>Institute features</vt:lpstr>
      <vt:lpstr>Power ponit tools I learned </vt:lpstr>
      <vt:lpstr>Student achievements</vt:lpstr>
      <vt:lpstr>More achievements</vt:lpstr>
      <vt:lpstr>Impact on youth</vt:lpstr>
      <vt:lpstr>Success stories</vt:lpstr>
      <vt:lpstr>Future goals</vt:lpstr>
      <vt:lpstr>Contact information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zain uliman</dc:creator>
  <cp:lastModifiedBy>zain uliman</cp:lastModifiedBy>
  <cp:revision>3</cp:revision>
  <dcterms:created xsi:type="dcterms:W3CDTF">2025-12-03T12:24:20Z</dcterms:created>
  <dcterms:modified xsi:type="dcterms:W3CDTF">2025-12-06T06:43:22Z</dcterms:modified>
</cp:coreProperties>
</file>